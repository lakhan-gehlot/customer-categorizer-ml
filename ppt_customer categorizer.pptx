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13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49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16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67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31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142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72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22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94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10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1332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621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6894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391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195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89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59AB3-6BB7-45CF-B4C8-AAB966DE9CA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CE710B3-AF16-41C0-B8DB-D23CC8FCC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33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BA812-EF5E-3199-4BC6-AC0075280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2404534"/>
            <a:ext cx="8436003" cy="1646302"/>
          </a:xfrm>
        </p:spPr>
        <p:txBody>
          <a:bodyPr/>
          <a:lstStyle/>
          <a:p>
            <a:r>
              <a:rPr lang="en-IN" dirty="0"/>
              <a:t>Customer Categorization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55A3C-A38D-8627-37BF-41B0DB72AD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Lakhan Singh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975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4D50-5BA4-742A-0CDA-B99F42823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373146-3213-3CBC-87E9-A08C62DD72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0702" y="1582340"/>
            <a:ext cx="977007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goal of this project is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customer categories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demographic and transaction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using a complete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data preprocessing to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In this data science project, you will build a machine learning system which will be able predict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personality of the customer using machine learning algorithms. This project will be very useful for malls, various stores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and companies which are product based. Based on customer's personal details and purchase details, we can cluster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them and we can predict the customer's cluster number using classification techniques.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42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0BF0B-27C0-9C39-471D-F45FF09F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1F2328"/>
                </a:solidFill>
                <a:effectLst/>
                <a:latin typeface="-apple-system"/>
              </a:rPr>
              <a:t>Solution Proposed</a:t>
            </a:r>
            <a:br>
              <a:rPr lang="en-IN" b="1" i="0" dirty="0">
                <a:solidFill>
                  <a:srgbClr val="1F2328"/>
                </a:solidFill>
                <a:effectLst/>
                <a:latin typeface="-apple-system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AB166F-1DE8-F916-EDA4-2C0A727608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6058" y="2028419"/>
            <a:ext cx="9660978" cy="3206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Now the question is how to dynamically predict the cluster of the customer ?. </a:t>
            </a:r>
          </a:p>
          <a:p>
            <a:pPr algn="l"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One of the approaches which we can use of machine learning approach, where we can cluster the </a:t>
            </a:r>
          </a:p>
          <a:p>
            <a:pPr algn="l"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customer based on the details we have and predict the cluster type based on the domain knowledge </a:t>
            </a:r>
          </a:p>
          <a:p>
            <a:pPr algn="l"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and leverage previous customer data to predict the cluster.</a:t>
            </a:r>
          </a:p>
          <a:p>
            <a:pPr algn="l">
              <a:buNone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GitHub Link: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- https://github.com/Lakhan-gehlot/customer-categorizer-ml</a:t>
            </a:r>
            <a:endParaRPr lang="en-US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>
              <a:buNone/>
            </a:pPr>
            <a:endParaRPr kumimoji="0" lang="en-US" altLang="en-US" sz="1800" u="sng" strike="noStrike" cap="none" normalizeH="0" baseline="0" dirty="0">
              <a:ln>
                <a:noFill/>
              </a:ln>
              <a:solidFill>
                <a:schemeClr val="tx1"/>
              </a:solidFill>
              <a:latin typeface="-apple-system"/>
            </a:endParaRPr>
          </a:p>
          <a:p>
            <a:pPr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61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06B3-0755-5543-EC15-7B04879B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of the Project Demo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E7DE64-B382-BA75-489D-CCE42FD65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397780"/>
              </p:ext>
            </p:extLst>
          </p:nvPr>
        </p:nvGraphicFramePr>
        <p:xfrm>
          <a:off x="1087395" y="1449860"/>
          <a:ext cx="7735329" cy="4798545"/>
        </p:xfrm>
        <a:graphic>
          <a:graphicData uri="http://schemas.openxmlformats.org/drawingml/2006/table">
            <a:tbl>
              <a:tblPr/>
              <a:tblGrid>
                <a:gridCol w="7735329">
                  <a:extLst>
                    <a:ext uri="{9D8B030D-6E8A-4147-A177-3AD203B41FA5}">
                      <a16:colId xmlns:a16="http://schemas.microsoft.com/office/drawing/2014/main" val="2861466697"/>
                    </a:ext>
                  </a:extLst>
                </a:gridCol>
              </a:tblGrid>
              <a:tr h="255923">
                <a:tc>
                  <a:txBody>
                    <a:bodyPr/>
                    <a:lstStyle/>
                    <a:p>
                      <a:pPr fontAlgn="base"/>
                      <a:r>
                        <a:rPr lang="en-IN" sz="1000" dirty="0">
                          <a:effectLst/>
                        </a:rPr>
                        <a:t>Introduction</a:t>
                      </a: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404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4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4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855453"/>
                  </a:ext>
                </a:extLst>
              </a:tr>
              <a:tr h="447864">
                <a:tc>
                  <a:txBody>
                    <a:bodyPr/>
                    <a:lstStyle/>
                    <a:p>
                      <a:pPr fontAlgn="base"/>
                      <a:r>
                        <a:rPr lang="en-IN" sz="1000">
                          <a:effectLst/>
                        </a:rPr>
                        <a:t>Environment Setup</a:t>
                      </a: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E04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4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4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51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305353"/>
                  </a:ext>
                </a:extLst>
              </a:tr>
              <a:tr h="447864">
                <a:tc>
                  <a:txBody>
                    <a:bodyPr/>
                    <a:lstStyle/>
                    <a:p>
                      <a:pPr fontAlgn="base"/>
                      <a:r>
                        <a:rPr lang="en-IN" sz="1000">
                          <a:effectLst/>
                        </a:rPr>
                        <a:t>Dataset Exploration</a:t>
                      </a: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D051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43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51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2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102239"/>
                  </a:ext>
                </a:extLst>
              </a:tr>
              <a:tr h="447864">
                <a:tc>
                  <a:txBody>
                    <a:bodyPr/>
                    <a:lstStyle/>
                    <a:p>
                      <a:pPr fontAlgn="base"/>
                      <a:r>
                        <a:rPr lang="en-IN" sz="1000">
                          <a:effectLst/>
                        </a:rPr>
                        <a:t>Data Preprocessing</a:t>
                      </a: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C02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2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2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175790"/>
                  </a:ext>
                </a:extLst>
              </a:tr>
              <a:tr h="447864">
                <a:tc>
                  <a:txBody>
                    <a:bodyPr/>
                    <a:lstStyle/>
                    <a:p>
                      <a:pPr fontAlgn="base"/>
                      <a:r>
                        <a:rPr lang="en-IN" sz="1000">
                          <a:effectLst/>
                        </a:rPr>
                        <a:t>Feature Engineering</a:t>
                      </a: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202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3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2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983642"/>
                  </a:ext>
                </a:extLst>
              </a:tr>
              <a:tr h="447864">
                <a:tc>
                  <a:txBody>
                    <a:bodyPr/>
                    <a:lstStyle/>
                    <a:p>
                      <a:pPr fontAlgn="base"/>
                      <a:r>
                        <a:rPr lang="en-IN" sz="1000">
                          <a:effectLst/>
                        </a:rPr>
                        <a:t>Model Training &amp; Evaluation</a:t>
                      </a: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F02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2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2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4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505103"/>
                  </a:ext>
                </a:extLst>
              </a:tr>
              <a:tr h="447864">
                <a:tc>
                  <a:txBody>
                    <a:bodyPr/>
                    <a:lstStyle/>
                    <a:p>
                      <a:pPr fontAlgn="base"/>
                      <a:r>
                        <a:rPr lang="en-IN" sz="1000">
                          <a:effectLst/>
                        </a:rPr>
                        <a:t>FastAPI Deployment</a:t>
                      </a: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104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B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4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5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235938"/>
                  </a:ext>
                </a:extLst>
              </a:tr>
              <a:tr h="255923">
                <a:tc>
                  <a:txBody>
                    <a:bodyPr/>
                    <a:lstStyle/>
                    <a:p>
                      <a:pPr fontAlgn="base"/>
                      <a:r>
                        <a:rPr lang="en-IN" sz="1000">
                          <a:effectLst/>
                        </a:rPr>
                        <a:t>Docker</a:t>
                      </a: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D05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4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5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E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129065"/>
                  </a:ext>
                </a:extLst>
              </a:tr>
              <a:tr h="447864">
                <a:tc>
                  <a:txBody>
                    <a:bodyPr/>
                    <a:lstStyle/>
                    <a:p>
                      <a:pPr fontAlgn="base"/>
                      <a:r>
                        <a:rPr lang="en-IN" sz="1000">
                          <a:effectLst/>
                        </a:rPr>
                        <a:t>Cloud Deployment</a:t>
                      </a: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70E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5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E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B7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955723"/>
                  </a:ext>
                </a:extLst>
              </a:tr>
              <a:tr h="447864">
                <a:tc>
                  <a:txBody>
                    <a:bodyPr/>
                    <a:lstStyle/>
                    <a:p>
                      <a:pPr fontAlgn="base"/>
                      <a:r>
                        <a:rPr lang="en-US" sz="1000" dirty="0" err="1">
                          <a:effectLst/>
                        </a:rPr>
                        <a:t>MLOps</a:t>
                      </a:r>
                      <a:endParaRPr lang="en-US" sz="1000" dirty="0">
                        <a:effectLst/>
                      </a:endParaRP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90B7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5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B7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AC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387775"/>
                  </a:ext>
                </a:extLst>
              </a:tr>
              <a:tr h="447864">
                <a:tc>
                  <a:txBody>
                    <a:bodyPr/>
                    <a:lstStyle/>
                    <a:p>
                      <a:pPr fontAlgn="base"/>
                      <a:r>
                        <a:rPr lang="en-US" sz="1000" dirty="0">
                          <a:effectLst/>
                        </a:rPr>
                        <a:t>Version Control Git </a:t>
                      </a:r>
                      <a:r>
                        <a:rPr lang="en-US" sz="1000" dirty="0" err="1">
                          <a:effectLst/>
                        </a:rPr>
                        <a:t>GithHub</a:t>
                      </a:r>
                      <a:endParaRPr lang="en-IN" sz="1000" dirty="0">
                        <a:effectLst/>
                      </a:endParaRP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20AC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B4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AC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AE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862577"/>
                  </a:ext>
                </a:extLst>
              </a:tr>
              <a:tr h="255923">
                <a:tc>
                  <a:txBody>
                    <a:bodyPr/>
                    <a:lstStyle/>
                    <a:p>
                      <a:pPr fontAlgn="base"/>
                      <a:r>
                        <a:rPr lang="en-IN" sz="1000" dirty="0">
                          <a:effectLst/>
                        </a:rPr>
                        <a:t>Final Wrap-Up</a:t>
                      </a:r>
                    </a:p>
                  </a:txBody>
                  <a:tcPr marL="51752" marR="51752" marT="25876" marB="25876" anchor="ctr">
                    <a:lnL w="7620" cap="flat" cmpd="sng" algn="ctr">
                      <a:solidFill>
                        <a:srgbClr val="30AE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B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AE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AE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500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53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BD632-BB1D-556F-F579-CB3378F0E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107" y="230659"/>
            <a:ext cx="8596668" cy="510746"/>
          </a:xfrm>
        </p:spPr>
        <p:txBody>
          <a:bodyPr>
            <a:normAutofit fontScale="90000"/>
          </a:bodyPr>
          <a:lstStyle/>
          <a:p>
            <a:r>
              <a:rPr lang="en-US" dirty="0"/>
              <a:t>Libraries for the Project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D045AB-0284-64E4-3438-1E8D967715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2354191"/>
              </p:ext>
            </p:extLst>
          </p:nvPr>
        </p:nvGraphicFramePr>
        <p:xfrm>
          <a:off x="197707" y="886510"/>
          <a:ext cx="11541212" cy="5740831"/>
        </p:xfrm>
        <a:graphic>
          <a:graphicData uri="http://schemas.openxmlformats.org/drawingml/2006/table">
            <a:tbl>
              <a:tblPr/>
              <a:tblGrid>
                <a:gridCol w="5770606">
                  <a:extLst>
                    <a:ext uri="{9D8B030D-6E8A-4147-A177-3AD203B41FA5}">
                      <a16:colId xmlns:a16="http://schemas.microsoft.com/office/drawing/2014/main" val="590327905"/>
                    </a:ext>
                  </a:extLst>
                </a:gridCol>
                <a:gridCol w="5770606">
                  <a:extLst>
                    <a:ext uri="{9D8B030D-6E8A-4147-A177-3AD203B41FA5}">
                      <a16:colId xmlns:a16="http://schemas.microsoft.com/office/drawing/2014/main" val="1255991581"/>
                    </a:ext>
                  </a:extLst>
                </a:gridCol>
              </a:tblGrid>
              <a:tr h="145279">
                <a:tc>
                  <a:txBody>
                    <a:bodyPr/>
                    <a:lstStyle/>
                    <a:p>
                      <a:r>
                        <a:rPr lang="en-IN" sz="1200" b="1"/>
                        <a:t>Library</a:t>
                      </a:r>
                      <a:endParaRPr lang="en-IN" sz="120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Description</a:t>
                      </a:r>
                      <a:endParaRPr lang="en-IN" sz="120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376166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 dirty="0"/>
                        <a:t>boto3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AWS SDK for Python to interact with AWS services (S3, EC2, etc.).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439682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botocore-stubs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Type hints and auto-completion support for botocore, the core of boto3.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069594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dill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Enhanced serialization tool for Python objects, supporting more data types.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502168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dnspython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DNS toolkit for performing DNS queries and operations.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251198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evidently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Library for monitoring machine learning models and detecting data drift.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983872"/>
                  </a:ext>
                </a:extLst>
              </a:tr>
              <a:tr h="339552">
                <a:tc>
                  <a:txBody>
                    <a:bodyPr/>
                    <a:lstStyle/>
                    <a:p>
                      <a:r>
                        <a:rPr lang="en-IN" sz="1200" dirty="0" err="1"/>
                        <a:t>fastapi</a:t>
                      </a:r>
                      <a:endParaRPr lang="en-IN" sz="1200" dirty="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Modern, high-performance web framework for APIs, based on Python type hints.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193062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from-root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Utility to find the root directory of a project dynamically.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562776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httptools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High-performance HTTP parser used by async web servers like uvicorn.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228176"/>
                  </a:ext>
                </a:extLst>
              </a:tr>
              <a:tr h="339552">
                <a:tc>
                  <a:txBody>
                    <a:bodyPr/>
                    <a:lstStyle/>
                    <a:p>
                      <a:r>
                        <a:rPr lang="en-IN" sz="1200"/>
                        <a:t>imblearn (imbalanced-learn)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Library for handling imbalanced datasets (e.g., SMOTE for oversampling).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9791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mypy-boto3-s3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Type hints for boto3 S3 client, improving IDE autocompletion.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893958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pip-chill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Simplifies viewing and freezing installed Python packages.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90015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 dirty="0" err="1"/>
                        <a:t>pymongo</a:t>
                      </a:r>
                      <a:endParaRPr lang="en-IN" sz="1200" dirty="0"/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MongoDB driver for Python, enabling interaction with MongoDB databases.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244483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jinja2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 and powerful template engine used in Flask and FastAPI.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490296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python-dotenv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Loads environment variables from a .env file for configuration.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149636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types-s3transfer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Type hints for s3transfer, an Amazon S3 transfer utility in boto3.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802724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uvicorn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ASGI web server for running FastAPI and other async frameworks.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660356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watchfiles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Monitors file changes in real time, useful for auto-reloading services.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398820"/>
                  </a:ext>
                </a:extLst>
              </a:tr>
              <a:tr h="339552">
                <a:tc>
                  <a:txBody>
                    <a:bodyPr/>
                    <a:lstStyle/>
                    <a:p>
                      <a:r>
                        <a:rPr lang="en-IN" sz="1200"/>
                        <a:t>websockets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Enables real-time, two-way communication over WebSockets in Python.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136020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wincertstore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Windows-only package for handling SSL/TLS certificates.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007251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xgboost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High-performance machine learning library optimized for gradient boosting.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59549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python-multipart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Parses multipart/form-data requests, often used for file uploads in APIs.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482875"/>
                  </a:ext>
                </a:extLst>
              </a:tr>
              <a:tr h="237687">
                <a:tc>
                  <a:txBody>
                    <a:bodyPr/>
                    <a:lstStyle/>
                    <a:p>
                      <a:r>
                        <a:rPr lang="en-IN" sz="1200"/>
                        <a:t>neuro_mf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 neural network-based meta-feature extractor for ML models.</a:t>
                      </a:r>
                    </a:p>
                  </a:txBody>
                  <a:tcPr marL="23242" marR="23242" marT="11621" marB="11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449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7256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188</TotalTime>
  <Words>504</Words>
  <Application>Microsoft Office PowerPoint</Application>
  <PresentationFormat>Widescreen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-apple-system</vt:lpstr>
      <vt:lpstr>Arial</vt:lpstr>
      <vt:lpstr>Trebuchet MS</vt:lpstr>
      <vt:lpstr>Wingdings 3</vt:lpstr>
      <vt:lpstr>Facet</vt:lpstr>
      <vt:lpstr>Customer Categorization System </vt:lpstr>
      <vt:lpstr>Project Overview</vt:lpstr>
      <vt:lpstr>Solution Proposed </vt:lpstr>
      <vt:lpstr>Flow of the Project Demo</vt:lpstr>
      <vt:lpstr>Libraries for the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ANAND 19BCD7243</dc:creator>
  <cp:lastModifiedBy>lakhan singh</cp:lastModifiedBy>
  <cp:revision>7</cp:revision>
  <dcterms:created xsi:type="dcterms:W3CDTF">2024-11-24T18:50:41Z</dcterms:created>
  <dcterms:modified xsi:type="dcterms:W3CDTF">2025-11-30T17:39:58Z</dcterms:modified>
</cp:coreProperties>
</file>